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3C3010-2662-428B-BEE6-F06E9FC81DF8}" v="5" dt="2024-02-20T22:44:03.2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gers, Neil G Lt Col USAF USAFA DF/DFEC" userId="77ff86a2-686a-437e-b433-d24d79dcce24" providerId="ADAL" clId="{A03C3010-2662-428B-BEE6-F06E9FC81DF8}"/>
    <pc:docChg chg="custSel addSld modSld">
      <pc:chgData name="Rogers, Neil G Lt Col USAF USAFA DF/DFEC" userId="77ff86a2-686a-437e-b433-d24d79dcce24" providerId="ADAL" clId="{A03C3010-2662-428B-BEE6-F06E9FC81DF8}" dt="2024-02-20T22:44:05.220" v="39" actId="478"/>
      <pc:docMkLst>
        <pc:docMk/>
      </pc:docMkLst>
      <pc:sldChg chg="addSp delSp modSp add mod">
        <pc:chgData name="Rogers, Neil G Lt Col USAF USAFA DF/DFEC" userId="77ff86a2-686a-437e-b433-d24d79dcce24" providerId="ADAL" clId="{A03C3010-2662-428B-BEE6-F06E9FC81DF8}" dt="2024-02-20T22:44:05.220" v="39" actId="478"/>
        <pc:sldMkLst>
          <pc:docMk/>
          <pc:sldMk cId="2076344225" sldId="258"/>
        </pc:sldMkLst>
        <pc:spChg chg="add del mod">
          <ac:chgData name="Rogers, Neil G Lt Col USAF USAFA DF/DFEC" userId="77ff86a2-686a-437e-b433-d24d79dcce24" providerId="ADAL" clId="{A03C3010-2662-428B-BEE6-F06E9FC81DF8}" dt="2024-02-20T22:42:26.650" v="2" actId="478"/>
          <ac:spMkLst>
            <pc:docMk/>
            <pc:sldMk cId="2076344225" sldId="258"/>
            <ac:spMk id="3" creationId="{9C99A312-F3EA-60A8-4DA8-293B899A8241}"/>
          </ac:spMkLst>
        </pc:spChg>
        <pc:spChg chg="del">
          <ac:chgData name="Rogers, Neil G Lt Col USAF USAFA DF/DFEC" userId="77ff86a2-686a-437e-b433-d24d79dcce24" providerId="ADAL" clId="{A03C3010-2662-428B-BEE6-F06E9FC81DF8}" dt="2024-02-20T22:42:27.753" v="3" actId="478"/>
          <ac:spMkLst>
            <pc:docMk/>
            <pc:sldMk cId="2076344225" sldId="258"/>
            <ac:spMk id="6" creationId="{A2ABE378-E1F3-52ED-B69C-F73F0941A8FB}"/>
          </ac:spMkLst>
        </pc:spChg>
        <pc:spChg chg="del">
          <ac:chgData name="Rogers, Neil G Lt Col USAF USAFA DF/DFEC" userId="77ff86a2-686a-437e-b433-d24d79dcce24" providerId="ADAL" clId="{A03C3010-2662-428B-BEE6-F06E9FC81DF8}" dt="2024-02-20T22:42:28.331" v="4" actId="478"/>
          <ac:spMkLst>
            <pc:docMk/>
            <pc:sldMk cId="2076344225" sldId="258"/>
            <ac:spMk id="7" creationId="{48F6E42A-5B24-2C01-273A-227890BD38A1}"/>
          </ac:spMkLst>
        </pc:spChg>
        <pc:spChg chg="add mod">
          <ac:chgData name="Rogers, Neil G Lt Col USAF USAFA DF/DFEC" userId="77ff86a2-686a-437e-b433-d24d79dcce24" providerId="ADAL" clId="{A03C3010-2662-428B-BEE6-F06E9FC81DF8}" dt="2024-02-20T22:43:37.225" v="20" actId="207"/>
          <ac:spMkLst>
            <pc:docMk/>
            <pc:sldMk cId="2076344225" sldId="258"/>
            <ac:spMk id="9" creationId="{DE3E5AC5-CB3B-3DFC-08BE-8342E0BD06E8}"/>
          </ac:spMkLst>
        </pc:spChg>
        <pc:spChg chg="add mod">
          <ac:chgData name="Rogers, Neil G Lt Col USAF USAFA DF/DFEC" userId="77ff86a2-686a-437e-b433-d24d79dcce24" providerId="ADAL" clId="{A03C3010-2662-428B-BEE6-F06E9FC81DF8}" dt="2024-02-20T22:43:50.003" v="27" actId="20577"/>
          <ac:spMkLst>
            <pc:docMk/>
            <pc:sldMk cId="2076344225" sldId="258"/>
            <ac:spMk id="10" creationId="{59CB2EAC-A43A-0B46-9B00-0EB012DD1141}"/>
          </ac:spMkLst>
        </pc:spChg>
        <pc:spChg chg="add mod">
          <ac:chgData name="Rogers, Neil G Lt Col USAF USAFA DF/DFEC" userId="77ff86a2-686a-437e-b433-d24d79dcce24" providerId="ADAL" clId="{A03C3010-2662-428B-BEE6-F06E9FC81DF8}" dt="2024-02-20T22:43:58.516" v="37" actId="20577"/>
          <ac:spMkLst>
            <pc:docMk/>
            <pc:sldMk cId="2076344225" sldId="258"/>
            <ac:spMk id="11" creationId="{F64A5F31-14FC-8E75-EAF1-65A32A67B628}"/>
          </ac:spMkLst>
        </pc:spChg>
        <pc:spChg chg="add del mod">
          <ac:chgData name="Rogers, Neil G Lt Col USAF USAFA DF/DFEC" userId="77ff86a2-686a-437e-b433-d24d79dcce24" providerId="ADAL" clId="{A03C3010-2662-428B-BEE6-F06E9FC81DF8}" dt="2024-02-20T22:44:05.220" v="39" actId="478"/>
          <ac:spMkLst>
            <pc:docMk/>
            <pc:sldMk cId="2076344225" sldId="258"/>
            <ac:spMk id="12" creationId="{9D593C6A-F8FA-9E20-7ED0-F1A4508717F1}"/>
          </ac:spMkLst>
        </pc:spChg>
        <pc:picChg chg="del">
          <ac:chgData name="Rogers, Neil G Lt Col USAF USAFA DF/DFEC" userId="77ff86a2-686a-437e-b433-d24d79dcce24" providerId="ADAL" clId="{A03C3010-2662-428B-BEE6-F06E9FC81DF8}" dt="2024-02-20T22:42:22.513" v="1" actId="478"/>
          <ac:picMkLst>
            <pc:docMk/>
            <pc:sldMk cId="2076344225" sldId="258"/>
            <ac:picMk id="5" creationId="{B0E20DAE-2681-5B16-48EB-3C6A53C3CBFC}"/>
          </ac:picMkLst>
        </pc:picChg>
        <pc:picChg chg="add mod modCrop">
          <ac:chgData name="Rogers, Neil G Lt Col USAF USAFA DF/DFEC" userId="77ff86a2-686a-437e-b433-d24d79dcce24" providerId="ADAL" clId="{A03C3010-2662-428B-BEE6-F06E9FC81DF8}" dt="2024-02-20T22:43:02.927" v="13" actId="732"/>
          <ac:picMkLst>
            <pc:docMk/>
            <pc:sldMk cId="2076344225" sldId="258"/>
            <ac:picMk id="8" creationId="{046F2067-1159-8885-E223-F85CF82239B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576B3-F253-A643-04B5-FBBB2AF0FF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8A81C6-1C5D-5209-76BD-EAA66E9A6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872916-D28F-AEF3-BEA2-A4E884582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8446A-4EFD-42D6-85E2-E69181C5D956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2E525-A4C7-4602-865B-2926882DC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A59BC-833D-1419-1193-899BC8FDB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B98F2-49BF-479F-A85D-1D5354E4A9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595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309EB-4FB7-2C49-E2D7-E423F0C13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67CD6-5169-7B88-4058-9FD24C3EA4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14F94B-6606-BEB0-F846-E650DA03A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8446A-4EFD-42D6-85E2-E69181C5D956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6E8FB6-AFC5-9FBB-74EE-7410C563F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8B4FE-D2CE-62E5-F751-C4024658F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B98F2-49BF-479F-A85D-1D5354E4A9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396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706BC-FBAE-029E-A13E-76CE8D859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DD886-FF2D-6392-05B4-1A294D29B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05E9A9-436B-5374-DD8E-83D432F27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8446A-4EFD-42D6-85E2-E69181C5D956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0DDF19-9808-DDDC-F891-AB0DA7745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14CCCB-42B9-4EB9-B769-EF202D1E9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B98F2-49BF-479F-A85D-1D5354E4A9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81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2BB0E-4FC1-A5F3-420A-9ED6E64A8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17A0F-8CD3-1152-BF29-1C48803C5B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B14EF5-8EAE-8861-913E-E2201080B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78E5B3-1564-3AE2-D2E1-FA8DA35D0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8446A-4EFD-42D6-85E2-E69181C5D956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20F07-B549-18E6-1F6C-1BE285410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D2322A-07B3-970E-BD26-FEFC2385D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B98F2-49BF-479F-A85D-1D5354E4A9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642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8B9C2-A509-AEDB-65D2-0F0012592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D9003D-2227-F54F-5EC1-EB1491C7E9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00596-4DC1-FB89-8D3D-82E7ADAC51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F1DB88-9868-DA1F-2F6A-6A91F9D1A5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728BBB-A092-2A4F-6F06-8CD13B6A8E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D30FCC-BD3C-BC0B-7C91-2EF7E015A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8446A-4EFD-42D6-85E2-E69181C5D956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B6E7D9-ECBE-F36B-FFFF-C0648D7C7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BADA32-0AF5-67B0-06C9-E63715954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B98F2-49BF-479F-A85D-1D5354E4A9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324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4431E-E8DF-250C-DD24-8903C5978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03C3E2-4100-B5BF-7283-CD37A73B5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8446A-4EFD-42D6-85E2-E69181C5D956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AB470E-2B6D-E0AF-18AD-48552F70F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26C9E8-138D-7C48-B1B7-92957108E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B98F2-49BF-479F-A85D-1D5354E4A9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783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DCC865-3194-5494-122E-8352F7A52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8446A-4EFD-42D6-85E2-E69181C5D956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B3E658-14EA-6B81-9720-F65C360E5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9759A4-166B-197A-D875-DE09284E1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B98F2-49BF-479F-A85D-1D5354E4A9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938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2E4C8-C5B8-45FD-3073-C7F208A3B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331DF-00AB-6223-7DB7-9612E52561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7FDCD1-7040-ED3E-0525-920548094A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01B5AB-7588-D73C-42AD-4C67FF01D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8446A-4EFD-42D6-85E2-E69181C5D956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A830B1-0885-8B12-7023-419762463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1F42B4-E3C4-D3C5-E500-1569EE9B8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B98F2-49BF-479F-A85D-1D5354E4A9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301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4B0A0-CF5A-C105-0710-C4E2EF412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874059-4F4D-7A63-D34B-D8617C62F4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83976B-8C16-BFD3-7045-F7D226F16F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CF4234-A3E9-E838-A40B-499592303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8446A-4EFD-42D6-85E2-E69181C5D956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982755-5D67-6C05-1A81-93327719D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5F2390-1E97-F684-0190-53E9D947F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B98F2-49BF-479F-A85D-1D5354E4A9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505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75A19-8274-9892-B23D-742606582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5E3594-CF6E-FA5B-7CB7-719DC475D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30AD2-63BA-327B-4043-1FD7AB528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8446A-4EFD-42D6-85E2-E69181C5D956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B7B4B7-0C83-DC35-8B24-F21CB202D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96CAC-993B-E9AC-5485-942A22F8F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B98F2-49BF-479F-A85D-1D5354E4A9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461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899FE8-C1C5-3616-0FFB-9616279E6D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92B47E-B8ED-CD97-CD44-FF354AD0C6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F4947-457C-1AA8-123E-76B523E3D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8446A-4EFD-42D6-85E2-E69181C5D956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21E8A-23C2-6BE3-DFBF-EBD07A086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597C1-00DE-616B-51F1-2EA639EA7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B98F2-49BF-479F-A85D-1D5354E4A9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136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19C81A-A262-0143-F0D8-6DFD43DDA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067368-A4BC-51A6-CC02-242914DCF1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E70B87-C8DD-8989-863A-88141B0B69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58446A-4EFD-42D6-85E2-E69181C5D956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466A3-7463-82F3-47C1-B9A92D5712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71B28-75DD-DF6C-2A99-8FFE80CC74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4B98F2-49BF-479F-A85D-1D5354E4A9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6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evice with a screen and wires&#10;&#10;Description automatically generated with medium confidence">
            <a:extLst>
              <a:ext uri="{FF2B5EF4-FFF2-40B4-BE49-F238E27FC236}">
                <a16:creationId xmlns:a16="http://schemas.microsoft.com/office/drawing/2014/main" id="{0F50C679-4C01-B124-2A42-B8E27D5C0F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857250"/>
            <a:ext cx="6858000" cy="5143500"/>
          </a:xfrm>
          <a:prstGeom prst="rect">
            <a:avLst/>
          </a:prstGeom>
        </p:spPr>
      </p:pic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BB666ADC-F28B-7D0B-FC3B-102AEB6459D2}"/>
              </a:ext>
            </a:extLst>
          </p:cNvPr>
          <p:cNvSpPr/>
          <p:nvPr/>
        </p:nvSpPr>
        <p:spPr>
          <a:xfrm>
            <a:off x="5025057" y="2975775"/>
            <a:ext cx="1288111" cy="906449"/>
          </a:xfrm>
          <a:prstGeom prst="wedgeRectCallout">
            <a:avLst>
              <a:gd name="adj1" fmla="val -65895"/>
              <a:gd name="adj2" fmla="val -93639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Ch 0: Source/</a:t>
            </a:r>
          </a:p>
          <a:p>
            <a:pPr algn="ctr"/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Reflection</a:t>
            </a:r>
          </a:p>
        </p:txBody>
      </p: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636B533A-9F2A-8BAA-4FF6-8DF4E9EBEEAA}"/>
              </a:ext>
            </a:extLst>
          </p:cNvPr>
          <p:cNvSpPr/>
          <p:nvPr/>
        </p:nvSpPr>
        <p:spPr>
          <a:xfrm>
            <a:off x="7148223" y="3267985"/>
            <a:ext cx="1464365" cy="745434"/>
          </a:xfrm>
          <a:prstGeom prst="wedgeRectCallout">
            <a:avLst>
              <a:gd name="adj1" fmla="val -59345"/>
              <a:gd name="adj2" fmla="val -105542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Ch 1:</a:t>
            </a:r>
          </a:p>
          <a:p>
            <a:pPr algn="ctr"/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Transmission</a:t>
            </a:r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6EA53175-BDE3-B00F-124D-D08CEF8A2FAE}"/>
              </a:ext>
            </a:extLst>
          </p:cNvPr>
          <p:cNvSpPr/>
          <p:nvPr/>
        </p:nvSpPr>
        <p:spPr>
          <a:xfrm>
            <a:off x="6435752" y="260737"/>
            <a:ext cx="1464365" cy="745434"/>
          </a:xfrm>
          <a:prstGeom prst="wedgeRectCallout">
            <a:avLst>
              <a:gd name="adj1" fmla="val -85408"/>
              <a:gd name="adj2" fmla="val 84325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Touch Screen Display</a:t>
            </a:r>
          </a:p>
        </p:txBody>
      </p:sp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32BAD400-0771-8BEA-1B71-FD5A2C14F123}"/>
              </a:ext>
            </a:extLst>
          </p:cNvPr>
          <p:cNvSpPr/>
          <p:nvPr/>
        </p:nvSpPr>
        <p:spPr>
          <a:xfrm>
            <a:off x="4381002" y="1093136"/>
            <a:ext cx="1288111" cy="1095956"/>
          </a:xfrm>
          <a:prstGeom prst="wedgeRectCallout">
            <a:avLst>
              <a:gd name="adj1" fmla="val 44599"/>
              <a:gd name="adj2" fmla="val 83922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Input Buttons</a:t>
            </a:r>
          </a:p>
          <a:p>
            <a:pPr algn="ctr"/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(Left, Enter, Right)</a:t>
            </a:r>
          </a:p>
        </p:txBody>
      </p: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94B9D2E2-2F56-04A0-C359-96241D9C1014}"/>
              </a:ext>
            </a:extLst>
          </p:cNvPr>
          <p:cNvSpPr/>
          <p:nvPr/>
        </p:nvSpPr>
        <p:spPr>
          <a:xfrm>
            <a:off x="4167642" y="103036"/>
            <a:ext cx="1464365" cy="745434"/>
          </a:xfrm>
          <a:prstGeom prst="wedgeRectCallout">
            <a:avLst>
              <a:gd name="adj1" fmla="val -71833"/>
              <a:gd name="adj2" fmla="val 118458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On/Off switch</a:t>
            </a:r>
          </a:p>
        </p:txBody>
      </p:sp>
      <p:sp>
        <p:nvSpPr>
          <p:cNvPr id="11" name="Speech Bubble: Rectangle 10">
            <a:extLst>
              <a:ext uri="{FF2B5EF4-FFF2-40B4-BE49-F238E27FC236}">
                <a16:creationId xmlns:a16="http://schemas.microsoft.com/office/drawing/2014/main" id="{89A13906-AD4A-33B7-6041-DE4188A95FF1}"/>
              </a:ext>
            </a:extLst>
          </p:cNvPr>
          <p:cNvSpPr/>
          <p:nvPr/>
        </p:nvSpPr>
        <p:spPr>
          <a:xfrm>
            <a:off x="4535390" y="4456372"/>
            <a:ext cx="1288111" cy="1095956"/>
          </a:xfrm>
          <a:prstGeom prst="wedgeRectCallout">
            <a:avLst>
              <a:gd name="adj1" fmla="val -41203"/>
              <a:gd name="adj2" fmla="val -177988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SMA Cable</a:t>
            </a:r>
          </a:p>
        </p:txBody>
      </p:sp>
    </p:spTree>
    <p:extLst>
      <p:ext uri="{BB962C8B-B14F-4D97-AF65-F5344CB8AC3E}">
        <p14:creationId xmlns:p14="http://schemas.microsoft.com/office/powerpoint/2010/main" val="3660814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 with a colorful line on it&#10;&#10;Description automatically generated">
            <a:extLst>
              <a:ext uri="{FF2B5EF4-FFF2-40B4-BE49-F238E27FC236}">
                <a16:creationId xmlns:a16="http://schemas.microsoft.com/office/drawing/2014/main" id="{8A74952C-8EC3-B929-7738-959861D558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919537" y="2306130"/>
            <a:ext cx="4352925" cy="3264693"/>
          </a:xfrm>
        </p:spPr>
      </p:pic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EDF0C5B1-E4A3-7300-C809-9BEC05D339D4}"/>
              </a:ext>
            </a:extLst>
          </p:cNvPr>
          <p:cNvSpPr/>
          <p:nvPr/>
        </p:nvSpPr>
        <p:spPr>
          <a:xfrm flipH="1">
            <a:off x="4707171" y="3850419"/>
            <a:ext cx="1200647" cy="991925"/>
          </a:xfrm>
          <a:prstGeom prst="wedgeRectCallout">
            <a:avLst>
              <a:gd name="adj1" fmla="val -11590"/>
              <a:gd name="adj2" fmla="val -92837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Marker 1 y-value</a:t>
            </a:r>
          </a:p>
        </p:txBody>
      </p: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81D99137-7E2B-E18F-1FCB-97D5246E18A9}"/>
              </a:ext>
            </a:extLst>
          </p:cNvPr>
          <p:cNvSpPr/>
          <p:nvPr/>
        </p:nvSpPr>
        <p:spPr>
          <a:xfrm flipH="1">
            <a:off x="6217758" y="4034624"/>
            <a:ext cx="1200647" cy="991925"/>
          </a:xfrm>
          <a:prstGeom prst="wedgeRectCallout">
            <a:avLst>
              <a:gd name="adj1" fmla="val -11590"/>
              <a:gd name="adj2" fmla="val -92837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Selected Marker x-position</a:t>
            </a:r>
          </a:p>
        </p:txBody>
      </p:sp>
    </p:spTree>
    <p:extLst>
      <p:ext uri="{BB962C8B-B14F-4D97-AF65-F5344CB8AC3E}">
        <p14:creationId xmlns:p14="http://schemas.microsoft.com/office/powerpoint/2010/main" val="265139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79CE1-FFA7-0637-930B-AC848EA04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oup of metal connectors on a black surface&#10;&#10;Description automatically generated">
            <a:extLst>
              <a:ext uri="{FF2B5EF4-FFF2-40B4-BE49-F238E27FC236}">
                <a16:creationId xmlns:a16="http://schemas.microsoft.com/office/drawing/2014/main" id="{046F2067-1159-8885-E223-F85CF82239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00" t="16569" r="11700" b="30561"/>
          <a:stretch/>
        </p:blipFill>
        <p:spPr>
          <a:xfrm>
            <a:off x="3053300" y="1709530"/>
            <a:ext cx="5486401" cy="271934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E3E5AC5-CB3B-3DFC-08BE-8342E0BD06E8}"/>
              </a:ext>
            </a:extLst>
          </p:cNvPr>
          <p:cNvSpPr txBox="1"/>
          <p:nvPr/>
        </p:nvSpPr>
        <p:spPr>
          <a:xfrm>
            <a:off x="3721210" y="3570136"/>
            <a:ext cx="112113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Load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CB2EAC-A43A-0B46-9B00-0EB012DD1141}"/>
              </a:ext>
            </a:extLst>
          </p:cNvPr>
          <p:cNvSpPr txBox="1"/>
          <p:nvPr/>
        </p:nvSpPr>
        <p:spPr>
          <a:xfrm>
            <a:off x="5254487" y="3570136"/>
            <a:ext cx="112113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Short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4A5F31-14FC-8E75-EAF1-65A32A67B628}"/>
              </a:ext>
            </a:extLst>
          </p:cNvPr>
          <p:cNvSpPr txBox="1"/>
          <p:nvPr/>
        </p:nvSpPr>
        <p:spPr>
          <a:xfrm>
            <a:off x="6897094" y="3570136"/>
            <a:ext cx="112113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Open</a:t>
            </a:r>
          </a:p>
        </p:txBody>
      </p:sp>
    </p:spTree>
    <p:extLst>
      <p:ext uri="{BB962C8B-B14F-4D97-AF65-F5344CB8AC3E}">
        <p14:creationId xmlns:p14="http://schemas.microsoft.com/office/powerpoint/2010/main" val="20763442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1312</TotalTime>
  <Words>37</Words>
  <Application>Microsoft Office PowerPoint</Application>
  <PresentationFormat>Widescreen</PresentationFormat>
  <Paragraphs>14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Rogers, Neil G Lt Col USAF USAFA DF/DFEC</dc:creator>
  <cp:lastModifiedBy>Rogers, Neil G Lt Col USAF USAFA DF/DFEC</cp:lastModifiedBy>
  <cp:revision>1</cp:revision>
  <dcterms:created xsi:type="dcterms:W3CDTF">2024-02-15T22:31:19Z</dcterms:created>
  <dcterms:modified xsi:type="dcterms:W3CDTF">2024-02-20T22:44:06Z</dcterms:modified>
</cp:coreProperties>
</file>